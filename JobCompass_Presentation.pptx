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3366"/>
                </a:solidFill>
              </a:rPr>
              <a:t>JobCompass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A Microservices-Based Job Portal Management System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Final Year Project Presentation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Project Objective &amp;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</a:rPr>
              <a:t>Problem Statement: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Traditional monolithic job portals struggle with scaling distinct features like search indexing, resume processing, and notification handling simultaneously.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Objective: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To build a highly scalable, fault-tolerant job portal utilizing a microservices architecture to decouple business domains.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Target Users: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Job Seekers, Recruiters, and System Administrators.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Scope: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Complete end-to-end flow from user registration and resume management to job posting, searching, and application tracking.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Technologies &amp; Frameworks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</a:rPr>
                        <a:t>Layer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</a:rPr>
                        <a:t>Technologies Used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Frontend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Angular 21 (Standalone), TailwindCSS 4, Chart.js, Lucide Icons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Backend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Java 17, Spring Boot 3.x, Spring Cloud (Eureka, Config, Gateway)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Database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PostgreSQL 15 (Database-per-service pattern)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Messaging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RabbitMQ 3 (Topic Exchange, Event-Driven)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Caching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Redis 7 (10-min TTL caching)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DevOps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Docker, Docker Compose, GitHub Actions (SonarCloud)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High-Level Microservices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Client Layer: Angular SPA communicating via HTTP REST.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API Gateway (api-gateway): Central entry point, handles JWT validation and routing.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Service Registry (eureka-server): Dynamic service discovery.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Business Microservices: User, Job, Application, Resume, Search, and Notification services.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Event Bus: RabbitMQ facilitating asynchronous domain events.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Angular 21 Frontend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Standalone Components: Entirely free of NgModules, promoting better tree-shaking and lazy loading.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Core (/core): Contains AuthService, AuthInterceptor, and functional guards (authGuard, roleGuard).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Features (/features): Domain-driven folders (auth, job-seeker, recruiter).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State Handling: RxJS Observables and manual Change Detection via ChangeDetectorRef.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Backend Service Standardization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</a:rPr>
              <a:t>Each of the 6 core business microservices strictly adheres to a layered architecture: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controllers/: REST endpoints mapped to HTTP verbs.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services/: Business logic implementations (@Transactional).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repositories/: Spring Data JPA interfaces.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models/: JPA Entities (@Entity).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dto/: Request/Response objects for payload abstraction.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config/: Security, RabbitMQ, and Redis configurations.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Stateless JWT Authentication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Generation: user-service validates BCrypt hash and issues an HMAC-SHA256 JWT containing email and role claims.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Transmission: Frontend stores token in localStorage; AuthInterceptor attaches it as a Bearer token.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Validation: api-gateway executes JwtAuthFilter. Validates token natively, extracts claims, and mutates headers.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Authorization: Downstream services verify ownership (e.g., Job Seeker can only view their own applications).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Database-Per-Service Pattern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PostgreSQL 15: 6 distinct databases ensuring strict domain isolation.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jobportal_user_db: User credentials and roles.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jobportal_job_db: Job postings with Redis caching.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application_db: Application lifecycle mapping users to jobs via UUIDs.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job_search_db: CQRS read-model optimized for multi-filter searching.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Asynchronous Communication via RabbitMQ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Topic Exchange: jobportal.exchange routes messages based on routing keys.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Events Published: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- job.created (Handled by Search &amp; Notification)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- job.closed (Updates search index)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- job.applied (Triggers email to recruiter)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- resume.uploaded (Triggers file processing notification)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Benefit: Search and Notification services scale independently of the core job creation flow.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RESTful API Abstraction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00400"/>
                <a:gridCol w="13716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</a:rPr>
                        <a:t>Method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</a:rPr>
                        <a:t>Endpoint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</a:rPr>
                        <a:t>Service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</a:rPr>
                        <a:t>Purpose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/api/users/login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User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Authenticate &amp; get JWT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/api/jobs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Job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Recruiter creates a job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/api/applications/me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Application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Seeker views their history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/api/resumes/upload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Resume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Upload resume file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/search/jobs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Search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Multi-filter job querying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Real-Time Search &amp; Indexing (CQRS-Lite)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Challenge: Complex queries (keyword, location, salary) slow down primary transactional database.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Solution: search-service maintains a read-optimized copy of job data.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Execution: Uses Spring Data derived queries to handle multi-filter logic efficiently without impacting job-service performance.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Conclusion &amp;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JobCompass successfully demonstrates how microservices solve scalability bottlenecks.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The use of Event-Driven Architecture ensures high decoupling and performance.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Modern frontend practices (Angular Standalone components) provide a responsive, seamless user experience.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The system is fully containerized, CI/CD integrated, and production-ready.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JobCompass Presentation</dc:title>
  <dc:subject>Final Year Project Presentation</dc:subject>
  <dc:creator>JobCompass</dc:creator>
  <cp:lastModifiedBy>JobCompass</cp:lastModifiedBy>
  <cp:revision>1</cp:revision>
  <dcterms:created xsi:type="dcterms:W3CDTF">2026-05-11T19:15:54Z</dcterms:created>
  <dcterms:modified xsi:type="dcterms:W3CDTF">2026-05-11T19:15:54Z</dcterms:modified>
</cp:coreProperties>
</file>